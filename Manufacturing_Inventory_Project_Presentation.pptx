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 Inventory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Stack Project</a:t>
            </a:r>
          </a:p>
          <a:p>
            <a:pPr/>
            <a:r>
              <a:t>ASP.NET Core + React + SQL Server</a:t>
            </a:r>
          </a:p>
          <a:p>
            <a:pPr/>
            <a:r>
              <a:t>Real‑Time Inventory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Inventory tracking application</a:t>
            </a:r>
          </a:p>
          <a:p>
            <a:pPr/>
            <a:r>
              <a:t>CRUD Operations</a:t>
            </a:r>
          </a:p>
          <a:p>
            <a:pPr/>
            <a:r>
              <a:t>Low stock alerts</a:t>
            </a:r>
          </a:p>
          <a:p>
            <a:pPr/>
            <a:r>
              <a:t>Responsive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ASP.NET Core 8.0</a:t>
            </a:r>
          </a:p>
          <a:p>
            <a:pPr/>
            <a:r>
              <a:t>React 18</a:t>
            </a:r>
          </a:p>
          <a:p>
            <a:pPr/>
            <a:r>
              <a:t>SQL Server</a:t>
            </a:r>
          </a:p>
          <a:p>
            <a:pPr/>
            <a:r>
              <a:t>Entity Framework Core</a:t>
            </a:r>
          </a:p>
          <a:p>
            <a:pPr/>
            <a:r>
              <a:t>Axios &amp; Swagger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Metrics</a:t>
            </a:r>
          </a:p>
          <a:p>
            <a:pPr/>
            <a:r>
              <a:t>Search &amp; Filters</a:t>
            </a:r>
          </a:p>
          <a:p>
            <a:pPr/>
            <a:r>
              <a:t>Validation</a:t>
            </a:r>
          </a:p>
          <a:p>
            <a:pPr/>
            <a:r>
              <a:t>Error Handling</a:t>
            </a:r>
          </a:p>
          <a:p>
            <a:pPr/>
            <a:r>
              <a:t>Low Stock Indicators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Architecture</a:t>
            </a:r>
          </a:p>
          <a:p>
            <a:pPr/>
            <a:r>
              <a:t>Controllers Layer</a:t>
            </a:r>
          </a:p>
          <a:p>
            <a:pPr/>
            <a:r>
              <a:t>Services Layer</a:t>
            </a:r>
          </a:p>
          <a:p>
            <a:pPr/>
            <a:r>
              <a:t>Data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/inventory</a:t>
            </a:r>
          </a:p>
          <a:p>
            <a:pPr/>
            <a:r>
              <a:t>POST /inventory</a:t>
            </a:r>
          </a:p>
          <a:p>
            <a:pPr/>
            <a:r>
              <a:t>PUT /inventory/{id}</a:t>
            </a:r>
          </a:p>
          <a:p>
            <a:pPr/>
            <a:r>
              <a:t>DELETE /inventory/{id}</a:t>
            </a:r>
          </a:p>
          <a:p>
            <a:pPr/>
            <a:r>
              <a:t>Low Stock &amp; Summary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HTTPS</a:t>
            </a:r>
          </a:p>
          <a:p>
            <a:pPr/>
            <a:r>
              <a:t>CORS</a:t>
            </a:r>
          </a:p>
          <a:p>
            <a:pPr/>
            <a:r>
              <a:t>Database Indexing</a:t>
            </a:r>
          </a:p>
          <a:p>
            <a:pPr/>
            <a:r>
              <a:t>Async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JWT Authentication</a:t>
            </a:r>
          </a:p>
          <a:p>
            <a:pPr/>
            <a:r>
              <a:t>Role Based Access</a:t>
            </a:r>
          </a:p>
          <a:p>
            <a:pPr/>
            <a:r>
              <a:t>Excel Export</a:t>
            </a:r>
          </a:p>
          <a:p>
            <a:pPr/>
            <a:r>
              <a:t>Mobile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Enterprise‑ready system</a:t>
            </a:r>
          </a:p>
          <a:p>
            <a:pPr/>
            <a:r>
              <a:t>Scalable architecture</a:t>
            </a:r>
          </a:p>
          <a:p>
            <a:pPr/>
            <a:r>
              <a:t>Full‑stack skills demonstrated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